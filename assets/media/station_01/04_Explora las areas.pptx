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notesSlides/notesSlide11.xml" ContentType="application/vnd.openxmlformats-officedocument.presentationml.notesSlide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4.xml" ContentType="application/vnd.openxmlformats-officedocument.presentationml.notesSlide+xml"/>
  <Override PartName="/ppt/slides/slide2.xml" ContentType="application/vnd.openxmlformats-officedocument.presentationml.slide+xml"/>
  <Override PartName="/ppt/changesInfos/changesInfo1.xml" ContentType="application/vnd.ms-powerpoint.changesinfo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934" r:id="rId2"/>
    <p:sldId id="945" r:id="rId3"/>
    <p:sldId id="936" r:id="rId4"/>
    <p:sldId id="937" r:id="rId5"/>
    <p:sldId id="938" r:id="rId6"/>
    <p:sldId id="939" r:id="rId7"/>
    <p:sldId id="940" r:id="rId8"/>
    <p:sldId id="941" r:id="rId9"/>
    <p:sldId id="942" r:id="rId10"/>
    <p:sldId id="943" r:id="rId11"/>
    <p:sldId id="944" r:id="rId12"/>
  </p:sldIdLst>
  <p:sldSz cx="18288000" cy="10287000"/>
  <p:notesSz cx="6858000" cy="9144000"/>
  <p:embeddedFontLst>
    <p:embeddedFont>
      <p:font typeface="Aptos Light" panose="020F0502020204030204" pitchFamily="34" charset="0"/>
      <p:regular r:id="rId14"/>
      <p:italic r:id="rId15"/>
    </p:embeddedFont>
    <p:embeddedFont>
      <p:font typeface="Bradesco Sans" panose="00000500000000000000" pitchFamily="2" charset="0"/>
      <p:regular r:id="rId16"/>
      <p:bold r:id="rId17"/>
      <p:italic r:id="rId18"/>
      <p:boldItalic r:id="rId19"/>
    </p:embeddedFont>
    <p:embeddedFont>
      <p:font typeface="Bradesco Sans Light" panose="00000400000000000000" pitchFamily="2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02B"/>
    <a:srgbClr val="B41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ses Ivan Botello Rodriguez" userId="0e814a86-75fe-4a07-be6a-62ba679f22f3" providerId="ADAL" clId="{60DFDA77-38E3-45A6-809C-EB58579D5E28}"/>
    <pc:docChg chg="delSld">
      <pc:chgData name="Moises Ivan Botello Rodriguez" userId="0e814a86-75fe-4a07-be6a-62ba679f22f3" providerId="ADAL" clId="{60DFDA77-38E3-45A6-809C-EB58579D5E28}" dt="2026-06-08T15:05:07.656" v="1" actId="2696"/>
      <pc:docMkLst>
        <pc:docMk/>
      </pc:docMkLst>
      <pc:sldChg chg="del">
        <pc:chgData name="Moises Ivan Botello Rodriguez" userId="0e814a86-75fe-4a07-be6a-62ba679f22f3" providerId="ADAL" clId="{60DFDA77-38E3-45A6-809C-EB58579D5E28}" dt="2026-06-08T15:05:04.175" v="0" actId="2696"/>
        <pc:sldMkLst>
          <pc:docMk/>
          <pc:sldMk cId="0" sldId="256"/>
        </pc:sldMkLst>
      </pc:sldChg>
      <pc:sldChg chg="del">
        <pc:chgData name="Moises Ivan Botello Rodriguez" userId="0e814a86-75fe-4a07-be6a-62ba679f22f3" providerId="ADAL" clId="{60DFDA77-38E3-45A6-809C-EB58579D5E28}" dt="2026-06-08T15:05:07.656" v="1" actId="2696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A00A5-E4E7-495A-95BF-97ABDA16FBE7}" type="datetimeFigureOut">
              <a:t>08/06/2026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F9222-9F30-4C66-83BB-E74075DB3C3C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483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4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F9BA4-2087-386C-A519-39CE59B2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88F410-13BE-12D4-02CF-09989F9BD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0D3C87-6AB0-7376-55DC-954B6630A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96DB0D-8B45-02FE-F98C-0D052C621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76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35175-0799-41D9-A5FD-0060B0DBD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C0D85AF-E1D2-1160-40B4-86B939EF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F16713-9DC1-AF16-0B81-AE28A3961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77FEEF-1A37-5B8C-3BA7-75E214230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93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32D8B-B7A1-9F2A-92EB-744A356E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1B343F-ABB1-DC4B-43D5-923496825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64CC97F-F6D2-0CF6-6FE5-416DC5858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679C14-11E0-E516-23FD-7100964E7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2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2C04D-5E1B-EFF9-AD39-8A663AE3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DFED59-323A-A6E5-1E52-442E5FDDC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439259-8567-8CAA-F019-C795EC0F9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C56B76-8C99-FD50-9BF2-E0147AEC3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60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17DA-55DB-903C-6CC7-55B1988A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6BC79D-6B7C-997A-8334-D355C4398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DA6D5F-09BA-3029-9462-51A281F46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9C4F68-C609-C2D6-3F85-B3BACCA13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45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1119-671A-7997-8254-76E8F69D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758596-5D19-6B68-3DA0-E03E7BA0B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733A87-57E2-8182-8AA8-A38CEE570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8931E8-08BC-74BE-B74E-9D1BD15AC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20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7B49-53DA-103E-79B1-5486D49A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7D75F7-2ED1-0B23-6A0A-56F502569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B9EBA3-7B8B-FB6A-331D-8503FB7FC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011645-6262-D6E4-7D2C-FB040E3F4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29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5E40-AA59-6636-D6DB-77FD3866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186F09-34D6-7BD8-6B62-15D3C56FC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358715-62BD-2810-556A-5E85CBAAD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E4668B-43CC-5B12-A528-D7E451D84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76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71B0-4B89-58AD-1E30-B15CE063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F923449-1125-A104-7BE1-9664B9C6C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F9A282-A7EF-3430-3EEE-4CA73FE40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B559B2-96DB-4A0E-4B2E-170324092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49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FA94-7688-8877-02B3-2CB372E0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F87197-7D50-8D12-D1AA-A35A01F9D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A56A2A-85C0-08FD-F0D2-1856C7014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6A640F-98B1-D748-C3DC-617497AF7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29E9A-FD1A-9D40-B596-0E8C8B4E631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3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a | INST | M1 TEM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BDBCE6-CE2D-1F8E-BC4F-EB4129DB93FF}"/>
              </a:ext>
            </a:extLst>
          </p:cNvPr>
          <p:cNvSpPr/>
          <p:nvPr userDrawn="1"/>
        </p:nvSpPr>
        <p:spPr>
          <a:xfrm>
            <a:off x="17339865" y="9578606"/>
            <a:ext cx="948134" cy="733856"/>
          </a:xfrm>
          <a:prstGeom prst="rect">
            <a:avLst/>
          </a:prstGeom>
          <a:solidFill>
            <a:srgbClr val="EF0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75"/>
          </a:p>
        </p:txBody>
      </p:sp>
      <p:pic>
        <p:nvPicPr>
          <p:cNvPr id="8" name="Imagem 7" descr="Forma, Retângulo&#10;&#10;Descrição gerada automaticamente">
            <a:extLst>
              <a:ext uri="{FF2B5EF4-FFF2-40B4-BE49-F238E27FC236}">
                <a16:creationId xmlns:a16="http://schemas.microsoft.com/office/drawing/2014/main" id="{267AFC2B-7D98-AC0F-39EA-718B4BF12B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201"/>
          <a:stretch/>
        </p:blipFill>
        <p:spPr>
          <a:xfrm>
            <a:off x="0" y="243"/>
            <a:ext cx="18288000" cy="14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60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0">
          <p15:clr>
            <a:srgbClr val="FBAE40"/>
          </p15:clr>
        </p15:guide>
        <p15:guide id="2" pos="553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989EAC07-2EBF-4FCB-9513-3C2541C5D688}"/>
              </a:ext>
            </a:extLst>
          </p:cNvPr>
          <p:cNvSpPr txBox="1"/>
          <p:nvPr/>
        </p:nvSpPr>
        <p:spPr>
          <a:xfrm>
            <a:off x="17343822" y="9727257"/>
            <a:ext cx="9356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3/13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8325975-F7A8-4CF0-BBEF-7E2865C7F097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BENEFICIOS COSMOS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7356B8-7461-3E98-CB7A-F86B80C13F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93F298-D09A-35E4-C71B-D870F3FBA6F5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9FFAC63-1555-077F-D50F-85515ADB1E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1CB4A7-9308-42C0-BE7E-E1030DC516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73F3535-7309-D636-80D1-E9D797183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09700"/>
            <a:ext cx="18286277" cy="821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9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E86E-C159-4512-FF95-0BB5558D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F08B2FA1-E57A-AA83-E7E1-12AD4FC25E3F}"/>
              </a:ext>
            </a:extLst>
          </p:cNvPr>
          <p:cNvSpPr txBox="1"/>
          <p:nvPr/>
        </p:nvSpPr>
        <p:spPr>
          <a:xfrm>
            <a:off x="17343822" y="9727257"/>
            <a:ext cx="9441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4/13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01B154-F5B4-CC46-4626-131385068DA8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BENEFICIOS COSMOS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BEFF8B-CAF6-AAFA-3F08-E68E03D598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CC0FB3-9965-A433-8583-531877FAE9D0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67EAAE-1FF1-07B9-BBFD-810AE8355F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A76248A-9524-6D0B-0493-67299D9FA9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1029BB-68A9-8410-C323-A1F8EF030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2299425"/>
            <a:ext cx="13690597" cy="758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3A87A-7A0F-4B59-F242-1D1035E9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735CE4E4-40CD-CBF6-9864-7E24E55CA984}"/>
              </a:ext>
            </a:extLst>
          </p:cNvPr>
          <p:cNvSpPr txBox="1"/>
          <p:nvPr/>
        </p:nvSpPr>
        <p:spPr>
          <a:xfrm>
            <a:off x="17343822" y="9727257"/>
            <a:ext cx="9441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5/13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FC29C2E-454E-994B-A2C4-3AD486C4A4AB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BENEFICIOS COSMOS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0FFA92-5B18-E14E-DDA7-713D4DB9C0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7E9C8F-BA0B-E869-DF29-9A9D131A6F13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22120F8-5B6A-3696-25CD-D10E694F74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F8AEB7-158E-5D2F-0D52-BC8D674478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F7D9565-77EF-F786-9E4F-48C018847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459" y="1944105"/>
            <a:ext cx="12637575" cy="802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8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4A46-43A4-A2FC-7FC6-8FF1EC07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F8D7CC-6B6B-2C98-7841-982F39393955}"/>
              </a:ext>
            </a:extLst>
          </p:cNvPr>
          <p:cNvSpPr txBox="1"/>
          <p:nvPr/>
        </p:nvSpPr>
        <p:spPr>
          <a:xfrm>
            <a:off x="17343822" y="9727257"/>
            <a:ext cx="9441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6/13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CBD7F2-E58C-1F18-A359-3712F965918E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838D11-D412-C43A-8BDF-E7A303F61C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B13BE1-C4A3-0113-6B9A-942E22B05CA8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81360A-6EE2-1585-E952-6408135BC2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1EFAB9-68FC-DB2D-CB2B-1BBF8698C8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32CBE9C-38E4-E647-B693-753A2FA64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588" y="1499940"/>
            <a:ext cx="7490824" cy="83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7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08CA-7369-5430-25D9-F90220CFB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1C5E85-748B-C853-F5A7-06E1C2AA4B31}"/>
              </a:ext>
            </a:extLst>
          </p:cNvPr>
          <p:cNvSpPr txBox="1"/>
          <p:nvPr/>
        </p:nvSpPr>
        <p:spPr>
          <a:xfrm>
            <a:off x="17343822" y="9727257"/>
            <a:ext cx="9441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7/13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84E53C2-BF32-8BA1-BFBA-755747D5DA13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CE1C02-149E-1738-467D-82EA3718B1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723970-6897-9622-8292-CFCBD55DD147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1371D4E-D2F0-D14E-E975-A7042D3537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0AB7FA-90A9-7BE8-E068-A25C91D64E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FD06E9C-C920-94B8-A759-A70FCACC7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51" y="4064744"/>
            <a:ext cx="16782259" cy="21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0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15E2-5827-3A8B-A99F-0CEE06DE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F8323DE2-078F-AD66-B5D5-DC9C3841B341}"/>
              </a:ext>
            </a:extLst>
          </p:cNvPr>
          <p:cNvSpPr txBox="1"/>
          <p:nvPr/>
        </p:nvSpPr>
        <p:spPr>
          <a:xfrm>
            <a:off x="17343822" y="9727257"/>
            <a:ext cx="9356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8/13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54FCFC7-D82A-117D-ADC7-D60DCBE78AC4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61200E-95BF-AE73-9CD6-B2F60A3C49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AFBE71-22DB-9FFD-A6DA-D6CE888DF630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E88658C-B578-E2EA-8E82-5755848F69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E62081-8DFD-E8D0-6539-2DAFE1F160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2EA8051-7C4B-111D-4C49-9D39FC5EB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86" y="2247900"/>
            <a:ext cx="16227778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5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78F2-54FE-B47D-8353-83C3074A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2351F1DE-21B9-268E-4CC7-A44CE2434CB9}"/>
              </a:ext>
            </a:extLst>
          </p:cNvPr>
          <p:cNvSpPr txBox="1"/>
          <p:nvPr/>
        </p:nvSpPr>
        <p:spPr>
          <a:xfrm>
            <a:off x="17343822" y="9727257"/>
            <a:ext cx="9356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9/13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2B154DA-331E-B634-2C54-01454F187BDC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6C508EC-D817-DCB8-FA57-2ED1DAAD79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EFBDDDA-F4D5-5B1B-FD75-8BA9F3371779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FC1C39-1434-63FE-4609-9150F878C9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24B173D-2107-93F6-79E5-6ECE1AB86A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25BBD9-DBA5-3304-2AE5-AF8BD2F72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292" y="3752169"/>
            <a:ext cx="15341840" cy="278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8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571B3-3198-6F99-94F2-87DACF7B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C0E86C-AF87-BCEF-4B3F-E24ECE13769A}"/>
              </a:ext>
            </a:extLst>
          </p:cNvPr>
          <p:cNvSpPr txBox="1"/>
          <p:nvPr/>
        </p:nvSpPr>
        <p:spPr>
          <a:xfrm>
            <a:off x="17343821" y="9727257"/>
            <a:ext cx="9356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|0/13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9442E9A-775E-ECFC-63B5-AF01CFA82651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406E71-B9D0-E309-A609-AAF33EA4EB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FF8B88-1B85-3752-D73C-FA18D73B0CFE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238E419-E918-7FAB-8E14-E0DDF59478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77C557-30AD-BDCC-E407-8ED59D38C2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49FAA17-0836-CFBC-9213-F7C2D6531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363" y="3927956"/>
            <a:ext cx="15405701" cy="243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1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8BCC-FB25-A3B4-A8B6-D4FBCB22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E3479F-627B-5F19-A755-5128165F05A8}"/>
              </a:ext>
            </a:extLst>
          </p:cNvPr>
          <p:cNvSpPr txBox="1"/>
          <p:nvPr/>
        </p:nvSpPr>
        <p:spPr>
          <a:xfrm>
            <a:off x="17343822" y="9727257"/>
            <a:ext cx="9441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11/13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435E230-5E7B-2137-E462-1AD7C3836058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D88761-BD8C-5E1C-B6B6-78C4ABBE63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94F04F-B0BF-FBB0-BE23-2A3150E55639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1D05710-04FB-21E4-2D12-5FECB9BC57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8A06552-EC25-CF08-5848-BD3471E6CF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204DFBB-1D83-FEF7-CB8A-C22572795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98" y="3488443"/>
            <a:ext cx="14033366" cy="331011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EBD1F1C-3F52-4AEE-8970-E70DCA0F6F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0" y="7048500"/>
            <a:ext cx="1505160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3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6B14-3342-AE78-061A-01D9E930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2FFDAE52-8A9B-14E6-F31B-FCE8EFE04B2D}"/>
              </a:ext>
            </a:extLst>
          </p:cNvPr>
          <p:cNvSpPr txBox="1"/>
          <p:nvPr/>
        </p:nvSpPr>
        <p:spPr>
          <a:xfrm>
            <a:off x="17343822" y="9727257"/>
            <a:ext cx="9356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12/13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604AFE8-60B0-88C2-08B9-36C4A1ED5FF8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2F8838-463A-67C9-FEE9-726F7D0AED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54CEFF-37D1-617F-11AF-DC1D812A0E44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57D64F-94F4-038E-CFB2-57D5CCB6F8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4DA918A-18F0-83FD-B0D8-08E60FD8FD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FDEC213-7C00-7E2D-2577-148B59B91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74" y="1889412"/>
            <a:ext cx="16209541" cy="83439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33C7B45-C9F5-A268-497A-851C3ED2E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479674"/>
            <a:ext cx="4277067" cy="44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5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7A34-2C1F-9DAA-DEA9-6818DC6B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99ED0748-B84B-C193-9D51-51285D3BA8C7}"/>
              </a:ext>
            </a:extLst>
          </p:cNvPr>
          <p:cNvSpPr txBox="1"/>
          <p:nvPr/>
        </p:nvSpPr>
        <p:spPr>
          <a:xfrm>
            <a:off x="17343822" y="9727257"/>
            <a:ext cx="9356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500" dirty="0">
                <a:solidFill>
                  <a:schemeClr val="bg1"/>
                </a:solidFill>
                <a:latin typeface="Bradesco Sans Light" panose="00000400000000000000" pitchFamily="2" charset="0"/>
              </a:rPr>
              <a:t>13/13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54EDA6A-4182-6CDE-08A5-915F82A1A27E}"/>
              </a:ext>
            </a:extLst>
          </p:cNvPr>
          <p:cNvSpPr txBox="1"/>
          <p:nvPr/>
        </p:nvSpPr>
        <p:spPr>
          <a:xfrm>
            <a:off x="431251" y="431922"/>
            <a:ext cx="10673451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16" b="1" dirty="0">
                <a:solidFill>
                  <a:schemeClr val="bg1"/>
                </a:solidFill>
                <a:latin typeface="Bradesco Sans" panose="00000500000000000000" pitchFamily="2" charset="0"/>
              </a:rPr>
              <a:t>ASISTENCIAS B+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4E65CB-0C6D-6085-03CF-26612AE3A3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87034" y="481"/>
            <a:ext cx="1511330" cy="1407815"/>
          </a:xfrm>
          <a:prstGeom prst="rect">
            <a:avLst/>
          </a:prstGeom>
          <a:solidFill>
            <a:srgbClr val="E30029"/>
          </a:solidFill>
          <a:ln>
            <a:solidFill>
              <a:srgbClr val="E3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C1D9F0-60D1-520E-17DE-B32E2B333F31}"/>
              </a:ext>
            </a:extLst>
          </p:cNvPr>
          <p:cNvSpPr/>
          <p:nvPr/>
        </p:nvSpPr>
        <p:spPr>
          <a:xfrm>
            <a:off x="16798363" y="671"/>
            <a:ext cx="1489637" cy="1407815"/>
          </a:xfrm>
          <a:prstGeom prst="rect">
            <a:avLst/>
          </a:prstGeom>
          <a:solidFill>
            <a:srgbClr val="EF002B"/>
          </a:solidFill>
          <a:ln>
            <a:solidFill>
              <a:srgbClr val="EF00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75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BA3ABC-508C-0A28-258F-ECB4F7228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646" y="480"/>
            <a:ext cx="1407815" cy="140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A3818D9-B3C1-729D-CF8A-18D278D963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34" y="107023"/>
            <a:ext cx="1194730" cy="119473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F072E7F-1428-75EE-ADC4-02A22FEBE35A}"/>
              </a:ext>
            </a:extLst>
          </p:cNvPr>
          <p:cNvSpPr txBox="1"/>
          <p:nvPr/>
        </p:nvSpPr>
        <p:spPr>
          <a:xfrm>
            <a:off x="4572000" y="2017316"/>
            <a:ext cx="8153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>
                <a:latin typeface="Aptos" panose="020B0004020202020204" pitchFamily="34" charset="0"/>
              </a:rPr>
              <a:t>¿Qué debo hacer para solicitar beneficios plus?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E7332A-4B2B-5BEE-9C4B-A8722F04A1B0}"/>
              </a:ext>
            </a:extLst>
          </p:cNvPr>
          <p:cNvSpPr txBox="1"/>
          <p:nvPr/>
        </p:nvSpPr>
        <p:spPr>
          <a:xfrm>
            <a:off x="2009051" y="3511096"/>
            <a:ext cx="1327929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latin typeface="Aptos Light" panose="020F0502020204030204" pitchFamily="34" charset="0"/>
              </a:rPr>
              <a:t>Ten a la mano tu tarjeta Cosmos Bradescard</a:t>
            </a:r>
          </a:p>
          <a:p>
            <a:endParaRPr lang="es-MX" sz="3200" dirty="0">
              <a:latin typeface="Aptos Light" panose="020F0502020204030204" pitchFamily="34" charset="0"/>
            </a:endParaRPr>
          </a:p>
          <a:p>
            <a:r>
              <a:rPr lang="es-MX" sz="3200" dirty="0">
                <a:latin typeface="Aptos Light" panose="020F0502020204030204" pitchFamily="34" charset="0"/>
              </a:rPr>
              <a:t>Llama al </a:t>
            </a:r>
            <a:r>
              <a:rPr lang="es-MX" sz="3200" b="1" dirty="0">
                <a:latin typeface="Aptos Light" panose="020F0502020204030204" pitchFamily="34" charset="0"/>
              </a:rPr>
              <a:t>55-88-77-05-76</a:t>
            </a:r>
            <a:r>
              <a:rPr lang="es-MX" sz="3200" dirty="0">
                <a:latin typeface="Aptos Light" panose="020F0502020204030204" pitchFamily="34" charset="0"/>
              </a:rPr>
              <a:t> opción 2</a:t>
            </a:r>
          </a:p>
          <a:p>
            <a:endParaRPr lang="es-MX" sz="3200" dirty="0">
              <a:latin typeface="Aptos Light" panose="020F0502020204030204" pitchFamily="34" charset="0"/>
            </a:endParaRPr>
          </a:p>
          <a:p>
            <a:r>
              <a:rPr lang="es-MX" sz="3200" dirty="0">
                <a:latin typeface="Aptos Light" panose="020F0502020204030204" pitchFamily="34" charset="0"/>
              </a:rPr>
              <a:t>Digita los números de tu tarjeta</a:t>
            </a:r>
          </a:p>
          <a:p>
            <a:endParaRPr lang="es-MX" sz="3200" dirty="0">
              <a:latin typeface="Aptos Light" panose="020F0502020204030204" pitchFamily="34" charset="0"/>
            </a:endParaRPr>
          </a:p>
          <a:p>
            <a:r>
              <a:rPr lang="es-MX" sz="3200" dirty="0">
                <a:latin typeface="Aptos Light" panose="020F0502020204030204" pitchFamily="34" charset="0"/>
              </a:rPr>
              <a:t>Selecciona el beneficio que deseas utilizar</a:t>
            </a:r>
          </a:p>
          <a:p>
            <a:endParaRPr lang="es-MX" sz="3200" dirty="0">
              <a:latin typeface="Aptos Light" panose="020F0502020204030204" pitchFamily="34" charset="0"/>
            </a:endParaRPr>
          </a:p>
          <a:p>
            <a:r>
              <a:rPr lang="es-MX" sz="3200" dirty="0">
                <a:latin typeface="Aptos Light" panose="020F0502020204030204" pitchFamily="34" charset="0"/>
              </a:rPr>
              <a:t>Digita el número celular al que se enviará la información de tu beneficio. Recibirás un número de ticket y el número de folio que podrás redimir.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21E2D6A-C4E2-24FB-E09A-3112D529D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1713" y="8118978"/>
            <a:ext cx="2572109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3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524A253863594982972AB64A2DF18A" ma:contentTypeVersion="20" ma:contentTypeDescription="Crear nuevo documento." ma:contentTypeScope="" ma:versionID="3ed10af9f35b68b19740bc8f6e852124">
  <xsd:schema xmlns:xsd="http://www.w3.org/2001/XMLSchema" xmlns:xs="http://www.w3.org/2001/XMLSchema" xmlns:p="http://schemas.microsoft.com/office/2006/metadata/properties" xmlns:ns2="6f93ef2b-bedc-42c7-994d-de23234c7318" xmlns:ns3="5a8c92cd-d380-477e-a8fc-9a6c5216fca0" targetNamespace="http://schemas.microsoft.com/office/2006/metadata/properties" ma:root="true" ma:fieldsID="7945cf6ded8e20f26254c7c47a473fa0" ns2:_="" ns3:_="">
    <xsd:import namespace="6f93ef2b-bedc-42c7-994d-de23234c7318"/>
    <xsd:import namespace="5a8c92cd-d380-477e-a8fc-9a6c5216fc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93ef2b-bedc-42c7-994d-de23234c73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b1c37060-7ba0-4037-9602-63386935e3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8c92cd-d380-477e-a8fc-9a6c5216fca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efb07df-bc30-4ca1-aee0-28a32603002c}" ma:internalName="TaxCatchAll" ma:showField="CatchAllData" ma:web="5a8c92cd-d380-477e-a8fc-9a6c5216fc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8c92cd-d380-477e-a8fc-9a6c5216fca0" xsi:nil="true"/>
    <lcf76f155ced4ddcb4097134ff3c332f xmlns="6f93ef2b-bedc-42c7-994d-de23234c7318">
      <Terms xmlns="http://schemas.microsoft.com/office/infopath/2007/PartnerControls"/>
    </lcf76f155ced4ddcb4097134ff3c332f>
    <MediaLengthInSeconds xmlns="6f93ef2b-bedc-42c7-994d-de23234c7318" xsi:nil="true"/>
  </documentManagement>
</p:properties>
</file>

<file path=customXml/itemProps1.xml><?xml version="1.0" encoding="utf-8"?>
<ds:datastoreItem xmlns:ds="http://schemas.openxmlformats.org/officeDocument/2006/customXml" ds:itemID="{63D65D6E-E40F-40B7-B56A-A0ED7D58B3CF}"/>
</file>

<file path=customXml/itemProps2.xml><?xml version="1.0" encoding="utf-8"?>
<ds:datastoreItem xmlns:ds="http://schemas.openxmlformats.org/officeDocument/2006/customXml" ds:itemID="{42E64434-D5C7-4B60-A0DC-8F4B27946E7F}"/>
</file>

<file path=customXml/itemProps3.xml><?xml version="1.0" encoding="utf-8"?>
<ds:datastoreItem xmlns:ds="http://schemas.openxmlformats.org/officeDocument/2006/customXml" ds:itemID="{B4353AEE-E406-46EC-8094-3B98DAE9D8B3}"/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115</Words>
  <Application>Microsoft Office PowerPoint</Application>
  <PresentationFormat>Personalizado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Calibri</vt:lpstr>
      <vt:lpstr>Bradesco Sans Light</vt:lpstr>
      <vt:lpstr>Bradesco Sans</vt:lpstr>
      <vt:lpstr>Aptos</vt:lpstr>
      <vt:lpstr>Aptos Light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Presentación Onboarding</dc:title>
  <dc:creator>Ana Gabriela Salazar Bañuelos</dc:creator>
  <cp:lastModifiedBy>Moises Ivan Botello Rodriguez</cp:lastModifiedBy>
  <cp:revision>11</cp:revision>
  <dcterms:created xsi:type="dcterms:W3CDTF">2006-08-16T00:00:00Z</dcterms:created>
  <dcterms:modified xsi:type="dcterms:W3CDTF">2026-06-08T15:05:07Z</dcterms:modified>
  <dc:identifier>DAGtiuyEZ2M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0x010100C9524A253863594982972AB64A2DF18A</vt:lpwstr>
  </property>
  <property fmtid="{D5CDD505-2E9C-101B-9397-08002B2CF9AE}" pid="3" name="Order">
    <vt:r8>5128100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